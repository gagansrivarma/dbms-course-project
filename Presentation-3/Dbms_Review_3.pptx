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dbms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dbms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dbms_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dbms_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dbms_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dbms_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dbms_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dbms_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 07-10-26 at 2.21 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275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1D2B26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46120"/>
            <a:ext cx="94457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766E"/>
                </a:solidFill>
                <a:latin typeface="Aptos"/>
              </a:defRPr>
            </a:pPr>
            <a:r>
              <a:t>Legal Case &amp; Client Management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